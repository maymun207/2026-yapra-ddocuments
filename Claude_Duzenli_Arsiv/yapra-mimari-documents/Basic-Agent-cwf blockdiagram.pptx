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AEFC-D472-E16A-7CDC-6B0D5B2F2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CBB48-0844-09C2-84AC-9A7F21CF1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3A17D-42C8-FA88-B42D-67249E54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6099-4F3D-800B-0912-24CB9D03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131D3-31FF-9FC5-2D3A-48BAEFD8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5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D4EC6-086A-3E37-6DC0-17ACEE1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2CB8B-BF59-DC4B-5591-11C4E1C6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83E05-1FEB-618D-07FB-7FC845FA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B6C7C-C724-9754-0C2C-097FB78E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4374C-8492-F8D0-94A8-CC9B0793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8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50EF-ADBB-3CF9-C7F2-BCADED8E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6421B-E695-B51B-B519-44397573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51D74-312F-FD8C-CAEE-60991C4A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C4A0F-D421-B824-C3F7-D831D480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DE9D-C501-C597-6617-9D1B1AE8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1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E806-1E4B-D706-953B-D185CCD9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A9880-8A34-602C-281A-BD4820AF5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990A3-F3C5-3E9F-0C7D-73D4B7C08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F1E6E-204A-769C-88EB-0D671EC3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133E1-796F-EFAB-4D4C-B0397BF8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4E641-CAE5-2E88-460C-28097DB7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3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D5AF-9C57-DDA2-A672-9560A80F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905B0-5D26-1163-0CAD-DE8E20AAF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B055E-28E6-DFB9-71EF-65BD5CB7F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69244-112D-D0D3-5129-C1E76EFFC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6CBE3-2309-CEA7-20DA-40E6D973C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7E02C5-4E1F-B91E-65DD-A824E136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2CC82-F10F-CC11-2C7F-2E2828E1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E67C3-9342-1FB7-162F-57A8466A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4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387D-6B35-38FC-C3CC-48D7AF85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74A82-6DFB-45A3-3EFA-AE3CCC11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F513B-FB57-54F9-6227-C2DDC04F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6AEFD-9381-7EB1-4036-D636CA17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5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D95DB-CFEE-ADC6-2852-266A904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8404CB-B45B-357F-861B-2AC6E5D0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F20AB-3D9C-A205-EFA3-D2261990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8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5765-4E05-C8A8-4765-77156A9F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438F7-E331-FC97-9851-0A646F806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3AF76-0956-D92F-A38F-96D79404E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96B65-7EA6-B802-1530-EDAF69AD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F3F2E-6837-A30C-8D2D-726499BE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C6CAC-100B-7AB1-11DD-B399FA30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5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0648-F00F-BDF1-ED7C-05790BD1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7EA65-4C94-A17E-6B58-126A103A4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86F17-FCD9-9B35-1BCD-7317489A9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55182-B95B-D215-05BD-DCFE3D08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480F6-B82F-8F45-EE6E-C9AB39EC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A9F36-7E04-6392-DB3C-DFCAEA53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8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95F0-FF7B-AA8A-24AC-3C058F41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83605-8922-2F27-3D1E-C71DBA2E9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16D75-B3A5-F659-C371-E9BF5C25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432A5-E6F9-87B2-1DB0-4423B29D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466C9-D797-587E-6A8D-876AED3E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6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FFEA18-A451-0B04-9B1E-B4253C886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8BC1C-3745-F93B-F2D8-EB45C8200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E4C97-A130-E0EE-EE14-3090992B9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22A68-5131-059C-F56F-B0D4B591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3D97-B651-2490-0ABF-D08E8B77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1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E325B-8ACA-856C-9873-424B7BC2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39BDD-8B6B-8B2D-A3F1-6A0870D23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93A54-2E48-E573-7161-B3500476A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DE519-C809-6147-B99F-A4EA58196017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0D011-30C2-79CC-B64D-9995140A74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2855-A817-F814-9BC7-32D7E1679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ED715-43EA-214B-93D4-4729A910B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52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7AAE-88CE-6F28-2218-209EC81FCA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2248D-C197-66CD-8D87-E3EB9588B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56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DEC127-B84E-0C62-AF19-1D92A51756B0}"/>
              </a:ext>
            </a:extLst>
          </p:cNvPr>
          <p:cNvSpPr/>
          <p:nvPr/>
        </p:nvSpPr>
        <p:spPr>
          <a:xfrm>
            <a:off x="4572000" y="3291840"/>
            <a:ext cx="4561242" cy="14092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6A8224-E2F6-F8D3-BD62-F22EB38615DB}"/>
              </a:ext>
            </a:extLst>
          </p:cNvPr>
          <p:cNvSpPr/>
          <p:nvPr/>
        </p:nvSpPr>
        <p:spPr>
          <a:xfrm>
            <a:off x="4767430" y="1839558"/>
            <a:ext cx="1351877" cy="10022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3EE2C-0C26-F193-A7F9-15902BD5C3A5}"/>
              </a:ext>
            </a:extLst>
          </p:cNvPr>
          <p:cNvSpPr txBox="1"/>
          <p:nvPr/>
        </p:nvSpPr>
        <p:spPr>
          <a:xfrm>
            <a:off x="5144247" y="215601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4DB39-192C-73A1-6591-391B592920F2}"/>
              </a:ext>
            </a:extLst>
          </p:cNvPr>
          <p:cNvSpPr txBox="1"/>
          <p:nvPr/>
        </p:nvSpPr>
        <p:spPr>
          <a:xfrm>
            <a:off x="5040275" y="3811799"/>
            <a:ext cx="80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743012-EBC9-00BF-F68C-E9EF53BC85D4}"/>
              </a:ext>
            </a:extLst>
          </p:cNvPr>
          <p:cNvSpPr/>
          <p:nvPr/>
        </p:nvSpPr>
        <p:spPr>
          <a:xfrm>
            <a:off x="7123356" y="1636059"/>
            <a:ext cx="1428974" cy="12057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B1432-12CF-BCA1-263C-8A429FBE9B93}"/>
              </a:ext>
            </a:extLst>
          </p:cNvPr>
          <p:cNvSpPr txBox="1"/>
          <p:nvPr/>
        </p:nvSpPr>
        <p:spPr>
          <a:xfrm>
            <a:off x="7482559" y="2059200"/>
            <a:ext cx="701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BB7A17-2979-ED3D-CAF7-4A07BA10470E}"/>
              </a:ext>
            </a:extLst>
          </p:cNvPr>
          <p:cNvCxnSpPr>
            <a:stCxn id="5" idx="2"/>
          </p:cNvCxnSpPr>
          <p:nvPr/>
        </p:nvCxnSpPr>
        <p:spPr>
          <a:xfrm>
            <a:off x="5443369" y="2841812"/>
            <a:ext cx="32273" cy="450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A4243F-8E2B-733E-AD93-5F0C9341AB6A}"/>
              </a:ext>
            </a:extLst>
          </p:cNvPr>
          <p:cNvCxnSpPr/>
          <p:nvPr/>
        </p:nvCxnSpPr>
        <p:spPr>
          <a:xfrm>
            <a:off x="7833360" y="2841812"/>
            <a:ext cx="32273" cy="450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C2CE11-2BDE-37DA-5841-9079553B6864}"/>
              </a:ext>
            </a:extLst>
          </p:cNvPr>
          <p:cNvSpPr/>
          <p:nvPr/>
        </p:nvSpPr>
        <p:spPr>
          <a:xfrm>
            <a:off x="6119307" y="5151119"/>
            <a:ext cx="1428974" cy="12057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DC9CB9-E498-CA26-CDBC-9629AB492FF0}"/>
              </a:ext>
            </a:extLst>
          </p:cNvPr>
          <p:cNvSpPr txBox="1"/>
          <p:nvPr/>
        </p:nvSpPr>
        <p:spPr>
          <a:xfrm>
            <a:off x="6058961" y="5595775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MEM/storage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9CF5CB-B633-0328-F56D-A9EE44772781}"/>
              </a:ext>
            </a:extLst>
          </p:cNvPr>
          <p:cNvCxnSpPr/>
          <p:nvPr/>
        </p:nvCxnSpPr>
        <p:spPr>
          <a:xfrm>
            <a:off x="6829311" y="4687648"/>
            <a:ext cx="32273" cy="450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65F31D-5CDB-D9F6-A083-D1C67AEB610D}"/>
              </a:ext>
            </a:extLst>
          </p:cNvPr>
          <p:cNvCxnSpPr>
            <a:cxnSpLocks/>
          </p:cNvCxnSpPr>
          <p:nvPr/>
        </p:nvCxnSpPr>
        <p:spPr>
          <a:xfrm>
            <a:off x="2237591" y="3897850"/>
            <a:ext cx="233440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3A9AB3D-A5E7-F865-EC07-5D4ECB2299D2}"/>
              </a:ext>
            </a:extLst>
          </p:cNvPr>
          <p:cNvSpPr/>
          <p:nvPr/>
        </p:nvSpPr>
        <p:spPr>
          <a:xfrm>
            <a:off x="731520" y="3614569"/>
            <a:ext cx="1387736" cy="566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</a:t>
            </a:r>
          </a:p>
        </p:txBody>
      </p:sp>
    </p:spTree>
    <p:extLst>
      <p:ext uri="{BB962C8B-B14F-4D97-AF65-F5344CB8AC3E}">
        <p14:creationId xmlns:p14="http://schemas.microsoft.com/office/powerpoint/2010/main" val="1043456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C960B-0436-E089-43ED-62C4D822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27A661-4CEA-B007-A68C-E2B72CBA9A57}"/>
              </a:ext>
            </a:extLst>
          </p:cNvPr>
          <p:cNvSpPr/>
          <p:nvPr/>
        </p:nvSpPr>
        <p:spPr>
          <a:xfrm>
            <a:off x="8166846" y="3437068"/>
            <a:ext cx="1351877" cy="10022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FCF8B-4E05-7BAA-EC7A-CF9434AFF6BB}"/>
              </a:ext>
            </a:extLst>
          </p:cNvPr>
          <p:cNvSpPr txBox="1"/>
          <p:nvPr/>
        </p:nvSpPr>
        <p:spPr>
          <a:xfrm>
            <a:off x="8543663" y="375352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F54C8B-CFAB-120A-54B0-BB87E64F40AD}"/>
              </a:ext>
            </a:extLst>
          </p:cNvPr>
          <p:cNvCxnSpPr>
            <a:cxnSpLocks/>
            <a:stCxn id="22" idx="3"/>
            <a:endCxn id="5" idx="1"/>
          </p:cNvCxnSpPr>
          <p:nvPr/>
        </p:nvCxnSpPr>
        <p:spPr>
          <a:xfrm>
            <a:off x="4737563" y="3930127"/>
            <a:ext cx="3429283" cy="8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8A66BE-C8AE-DE77-B782-599078574186}"/>
              </a:ext>
            </a:extLst>
          </p:cNvPr>
          <p:cNvSpPr/>
          <p:nvPr/>
        </p:nvSpPr>
        <p:spPr>
          <a:xfrm>
            <a:off x="731520" y="3614569"/>
            <a:ext cx="1387736" cy="566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93D0E6-3AAB-FC0A-2452-A580643FC4FD}"/>
              </a:ext>
            </a:extLst>
          </p:cNvPr>
          <p:cNvSpPr/>
          <p:nvPr/>
        </p:nvSpPr>
        <p:spPr>
          <a:xfrm>
            <a:off x="8166846" y="1697915"/>
            <a:ext cx="1428974" cy="12057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0EDD7-5956-897E-395E-2D325368D0CA}"/>
              </a:ext>
            </a:extLst>
          </p:cNvPr>
          <p:cNvSpPr txBox="1"/>
          <p:nvPr/>
        </p:nvSpPr>
        <p:spPr>
          <a:xfrm>
            <a:off x="8166846" y="2092402"/>
            <a:ext cx="1693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set / web </a:t>
            </a:r>
            <a:r>
              <a:rPr lang="en-US" dirty="0" err="1"/>
              <a:t>acces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C26AAC-0045-6319-1DCC-77E62B32F0B4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8842785" y="2903668"/>
            <a:ext cx="34065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F2C242C-8EB9-6AA2-D309-39059AC0657B}"/>
              </a:ext>
            </a:extLst>
          </p:cNvPr>
          <p:cNvSpPr/>
          <p:nvPr/>
        </p:nvSpPr>
        <p:spPr>
          <a:xfrm>
            <a:off x="3385686" y="3429000"/>
            <a:ext cx="1351877" cy="10022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5403EA-935D-A259-D79A-D3D28AEC4FD6}"/>
              </a:ext>
            </a:extLst>
          </p:cNvPr>
          <p:cNvSpPr txBox="1"/>
          <p:nvPr/>
        </p:nvSpPr>
        <p:spPr>
          <a:xfrm>
            <a:off x="3681777" y="3574684"/>
            <a:ext cx="759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</a:t>
            </a:r>
          </a:p>
          <a:p>
            <a:r>
              <a:rPr lang="en-US" dirty="0"/>
              <a:t>SDK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766F297-F39E-0239-F04C-B85BC7B8BED2}"/>
              </a:ext>
            </a:extLst>
          </p:cNvPr>
          <p:cNvSpPr/>
          <p:nvPr/>
        </p:nvSpPr>
        <p:spPr>
          <a:xfrm>
            <a:off x="3267351" y="1804622"/>
            <a:ext cx="1428974" cy="12057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5871CE-5380-8FF2-1D80-FB7AAF6DFB2C}"/>
              </a:ext>
            </a:extLst>
          </p:cNvPr>
          <p:cNvSpPr txBox="1"/>
          <p:nvPr/>
        </p:nvSpPr>
        <p:spPr>
          <a:xfrm>
            <a:off x="3492517" y="1953902"/>
            <a:ext cx="117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</a:t>
            </a:r>
          </a:p>
          <a:p>
            <a:r>
              <a:rPr lang="en-US" dirty="0"/>
              <a:t>set / web </a:t>
            </a:r>
            <a:r>
              <a:rPr lang="en-US" dirty="0" err="1"/>
              <a:t>acces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CF19C3-EA26-BE34-0AB7-54E470A42E34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3981838" y="3010375"/>
            <a:ext cx="79787" cy="418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12F2F9-B060-FEAF-A533-EBDE9D5E4F27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19256" y="3897850"/>
            <a:ext cx="1266430" cy="32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6A1248A-D506-8D40-D3A6-E8C39D3C5AC6}"/>
              </a:ext>
            </a:extLst>
          </p:cNvPr>
          <p:cNvSpPr/>
          <p:nvPr/>
        </p:nvSpPr>
        <p:spPr>
          <a:xfrm>
            <a:off x="3022870" y="1570616"/>
            <a:ext cx="1909810" cy="311164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284075-9A14-E854-9A9B-01A6BA613A60}"/>
              </a:ext>
            </a:extLst>
          </p:cNvPr>
          <p:cNvSpPr txBox="1"/>
          <p:nvPr/>
        </p:nvSpPr>
        <p:spPr>
          <a:xfrm>
            <a:off x="2643022" y="1328583"/>
            <a:ext cx="7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</a:t>
            </a:r>
          </a:p>
        </p:txBody>
      </p:sp>
      <p:sp>
        <p:nvSpPr>
          <p:cNvPr id="34" name="Magnetic Disk 33">
            <a:extLst>
              <a:ext uri="{FF2B5EF4-FFF2-40B4-BE49-F238E27FC236}">
                <a16:creationId xmlns:a16="http://schemas.microsoft.com/office/drawing/2014/main" id="{F9578521-B2C4-8A3E-599F-A8DD6450ADBF}"/>
              </a:ext>
            </a:extLst>
          </p:cNvPr>
          <p:cNvSpPr/>
          <p:nvPr/>
        </p:nvSpPr>
        <p:spPr>
          <a:xfrm>
            <a:off x="4219610" y="603841"/>
            <a:ext cx="564164" cy="62661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agnetic Disk 34">
            <a:extLst>
              <a:ext uri="{FF2B5EF4-FFF2-40B4-BE49-F238E27FC236}">
                <a16:creationId xmlns:a16="http://schemas.microsoft.com/office/drawing/2014/main" id="{5D3FC117-DF8F-8635-116C-B43572FBE530}"/>
              </a:ext>
            </a:extLst>
          </p:cNvPr>
          <p:cNvSpPr/>
          <p:nvPr/>
        </p:nvSpPr>
        <p:spPr>
          <a:xfrm>
            <a:off x="3218978" y="584994"/>
            <a:ext cx="564164" cy="62661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3AC7BE-6DB8-B9D6-4ED7-89E9E0C5E91F}"/>
              </a:ext>
            </a:extLst>
          </p:cNvPr>
          <p:cNvSpPr txBox="1"/>
          <p:nvPr/>
        </p:nvSpPr>
        <p:spPr>
          <a:xfrm>
            <a:off x="3197725" y="16402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DF4952-810B-5CF0-AE1F-E36C54A0B667}"/>
              </a:ext>
            </a:extLst>
          </p:cNvPr>
          <p:cNvSpPr txBox="1"/>
          <p:nvPr/>
        </p:nvSpPr>
        <p:spPr>
          <a:xfrm>
            <a:off x="4155635" y="1175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 DB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BDCF0A-2C09-C059-AB6B-F8323768AB54}"/>
              </a:ext>
            </a:extLst>
          </p:cNvPr>
          <p:cNvCxnSpPr>
            <a:stCxn id="34" idx="3"/>
          </p:cNvCxnSpPr>
          <p:nvPr/>
        </p:nvCxnSpPr>
        <p:spPr>
          <a:xfrm flipH="1">
            <a:off x="4324574" y="1230453"/>
            <a:ext cx="177118" cy="574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121ADCC-3E4E-C885-EC82-EAE2BA0D4DF0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3501060" y="1211606"/>
            <a:ext cx="104545" cy="5625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B763A5D-1CEF-BEFE-67D3-862723B35279}"/>
              </a:ext>
            </a:extLst>
          </p:cNvPr>
          <p:cNvSpPr txBox="1"/>
          <p:nvPr/>
        </p:nvSpPr>
        <p:spPr>
          <a:xfrm>
            <a:off x="9950824" y="3506993"/>
            <a:ext cx="1513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</a:t>
            </a:r>
          </a:p>
          <a:p>
            <a:r>
              <a:rPr lang="en-US" dirty="0"/>
              <a:t>OpenAI</a:t>
            </a:r>
          </a:p>
          <a:p>
            <a:r>
              <a:rPr lang="en-US" dirty="0"/>
              <a:t>Local LLM / </a:t>
            </a:r>
          </a:p>
          <a:p>
            <a:r>
              <a:rPr lang="en-US" dirty="0"/>
              <a:t>    </a:t>
            </a:r>
            <a:r>
              <a:rPr lang="en-US" dirty="0" err="1"/>
              <a:t>deepseek</a:t>
            </a:r>
            <a:r>
              <a:rPr lang="en-US" dirty="0"/>
              <a:t> / </a:t>
            </a:r>
          </a:p>
          <a:p>
            <a:r>
              <a:rPr lang="en-US" dirty="0"/>
              <a:t>    Qwen</a:t>
            </a:r>
          </a:p>
        </p:txBody>
      </p:sp>
    </p:spTree>
    <p:extLst>
      <p:ext uri="{BB962C8B-B14F-4D97-AF65-F5344CB8AC3E}">
        <p14:creationId xmlns:p14="http://schemas.microsoft.com/office/powerpoint/2010/main" val="252523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9E94-6B60-5A24-E252-D35D604E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3A36E-608E-6FE8-057A-306CEFE5F26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4737563" y="3897849"/>
            <a:ext cx="2521759" cy="32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B6EB00-885E-5E75-49F3-DE5159B446E2}"/>
              </a:ext>
            </a:extLst>
          </p:cNvPr>
          <p:cNvSpPr/>
          <p:nvPr/>
        </p:nvSpPr>
        <p:spPr>
          <a:xfrm>
            <a:off x="731520" y="3614569"/>
            <a:ext cx="1387736" cy="566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2C640E6-D5DD-BBE3-D043-3FB1E29B0B43}"/>
              </a:ext>
            </a:extLst>
          </p:cNvPr>
          <p:cNvSpPr/>
          <p:nvPr/>
        </p:nvSpPr>
        <p:spPr>
          <a:xfrm>
            <a:off x="3385686" y="3429000"/>
            <a:ext cx="1351877" cy="10022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C284A8-4D73-3BFE-BD68-838599F5498B}"/>
              </a:ext>
            </a:extLst>
          </p:cNvPr>
          <p:cNvSpPr txBox="1"/>
          <p:nvPr/>
        </p:nvSpPr>
        <p:spPr>
          <a:xfrm>
            <a:off x="3681777" y="3574684"/>
            <a:ext cx="759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</a:t>
            </a:r>
          </a:p>
          <a:p>
            <a:r>
              <a:rPr lang="en-US" dirty="0"/>
              <a:t>SDK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26B59CD-3F0B-80FC-2BDD-36F8940B045C}"/>
              </a:ext>
            </a:extLst>
          </p:cNvPr>
          <p:cNvSpPr/>
          <p:nvPr/>
        </p:nvSpPr>
        <p:spPr>
          <a:xfrm>
            <a:off x="3267351" y="1804622"/>
            <a:ext cx="1428974" cy="12057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4CA607-C413-AF84-87C4-61D1C596213F}"/>
              </a:ext>
            </a:extLst>
          </p:cNvPr>
          <p:cNvSpPr txBox="1"/>
          <p:nvPr/>
        </p:nvSpPr>
        <p:spPr>
          <a:xfrm>
            <a:off x="3492517" y="1953902"/>
            <a:ext cx="1172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</a:t>
            </a:r>
          </a:p>
          <a:p>
            <a:r>
              <a:rPr lang="en-US" dirty="0"/>
              <a:t>set / web </a:t>
            </a:r>
            <a:r>
              <a:rPr lang="en-US" dirty="0" err="1"/>
              <a:t>acces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9C3573-7665-BFF4-01B0-F37AB0F7530B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3981838" y="3010375"/>
            <a:ext cx="79787" cy="418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A63B23-4FA3-D4B0-69A2-1A58861C4748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119256" y="3897850"/>
            <a:ext cx="1266430" cy="32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1292AF7-C7E5-86EC-5227-E7F5B04A1DAE}"/>
              </a:ext>
            </a:extLst>
          </p:cNvPr>
          <p:cNvSpPr/>
          <p:nvPr/>
        </p:nvSpPr>
        <p:spPr>
          <a:xfrm>
            <a:off x="3022870" y="1570616"/>
            <a:ext cx="1909810" cy="3111642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8D3FDD-2A8F-F87F-6371-81B5B2D803CA}"/>
              </a:ext>
            </a:extLst>
          </p:cNvPr>
          <p:cNvSpPr txBox="1"/>
          <p:nvPr/>
        </p:nvSpPr>
        <p:spPr>
          <a:xfrm>
            <a:off x="2643022" y="1328583"/>
            <a:ext cx="7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</a:t>
            </a:r>
          </a:p>
        </p:txBody>
      </p:sp>
      <p:sp>
        <p:nvSpPr>
          <p:cNvPr id="34" name="Magnetic Disk 33">
            <a:extLst>
              <a:ext uri="{FF2B5EF4-FFF2-40B4-BE49-F238E27FC236}">
                <a16:creationId xmlns:a16="http://schemas.microsoft.com/office/drawing/2014/main" id="{022EB27E-2375-5C54-59A2-7FEAE96F59D0}"/>
              </a:ext>
            </a:extLst>
          </p:cNvPr>
          <p:cNvSpPr/>
          <p:nvPr/>
        </p:nvSpPr>
        <p:spPr>
          <a:xfrm>
            <a:off x="4219610" y="603841"/>
            <a:ext cx="564164" cy="62661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agnetic Disk 34">
            <a:extLst>
              <a:ext uri="{FF2B5EF4-FFF2-40B4-BE49-F238E27FC236}">
                <a16:creationId xmlns:a16="http://schemas.microsoft.com/office/drawing/2014/main" id="{F125C661-B26F-48DC-6F1F-FB75BBE8FC8E}"/>
              </a:ext>
            </a:extLst>
          </p:cNvPr>
          <p:cNvSpPr/>
          <p:nvPr/>
        </p:nvSpPr>
        <p:spPr>
          <a:xfrm>
            <a:off x="3218978" y="584994"/>
            <a:ext cx="564164" cy="62661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9B1EBF-02D6-509C-3349-B6A916428211}"/>
              </a:ext>
            </a:extLst>
          </p:cNvPr>
          <p:cNvSpPr txBox="1"/>
          <p:nvPr/>
        </p:nvSpPr>
        <p:spPr>
          <a:xfrm>
            <a:off x="3197725" y="16402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D452D2-9FEF-C2C8-0A5B-ECD97D974C7E}"/>
              </a:ext>
            </a:extLst>
          </p:cNvPr>
          <p:cNvSpPr txBox="1"/>
          <p:nvPr/>
        </p:nvSpPr>
        <p:spPr>
          <a:xfrm>
            <a:off x="4155635" y="117506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 DB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77EC38D-A45D-1FF3-3669-AE7CC023C892}"/>
              </a:ext>
            </a:extLst>
          </p:cNvPr>
          <p:cNvCxnSpPr>
            <a:stCxn id="34" idx="3"/>
          </p:cNvCxnSpPr>
          <p:nvPr/>
        </p:nvCxnSpPr>
        <p:spPr>
          <a:xfrm flipH="1">
            <a:off x="4324574" y="1230453"/>
            <a:ext cx="177118" cy="574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DDCC15F-694F-B8A0-FFB9-2A9D8ABE694C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3501060" y="1211606"/>
            <a:ext cx="104545" cy="5625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59C9E7B-075C-62EC-6158-ECF03ADE9F62}"/>
              </a:ext>
            </a:extLst>
          </p:cNvPr>
          <p:cNvSpPr txBox="1"/>
          <p:nvPr/>
        </p:nvSpPr>
        <p:spPr>
          <a:xfrm>
            <a:off x="10316584" y="3556314"/>
            <a:ext cx="102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Antropic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A9CAA3-0159-7243-A2CE-04C04FCA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322" y="2159753"/>
            <a:ext cx="2956758" cy="306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4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9AC89B-5B8E-A945-3F4D-A9904DCE2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50" y="2082952"/>
            <a:ext cx="2956758" cy="306323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4AD3A3A-0A0E-E36F-E679-16E3ABCCE182}"/>
              </a:ext>
            </a:extLst>
          </p:cNvPr>
          <p:cNvSpPr/>
          <p:nvPr/>
        </p:nvSpPr>
        <p:spPr>
          <a:xfrm>
            <a:off x="7220173" y="3429000"/>
            <a:ext cx="1351877" cy="10022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35FFC-9650-89F6-7BEA-99C7C1DD970E}"/>
              </a:ext>
            </a:extLst>
          </p:cNvPr>
          <p:cNvSpPr txBox="1"/>
          <p:nvPr/>
        </p:nvSpPr>
        <p:spPr>
          <a:xfrm>
            <a:off x="7596990" y="374546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F1660E-D4C6-E2DB-ADA5-304E3513DFFE}"/>
              </a:ext>
            </a:extLst>
          </p:cNvPr>
          <p:cNvSpPr/>
          <p:nvPr/>
        </p:nvSpPr>
        <p:spPr>
          <a:xfrm>
            <a:off x="7220173" y="1689847"/>
            <a:ext cx="1428974" cy="12057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58D18-8A13-3575-45DD-DF82A1FEF595}"/>
              </a:ext>
            </a:extLst>
          </p:cNvPr>
          <p:cNvSpPr txBox="1"/>
          <p:nvPr/>
        </p:nvSpPr>
        <p:spPr>
          <a:xfrm>
            <a:off x="7220173" y="2084334"/>
            <a:ext cx="1693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set / web </a:t>
            </a:r>
            <a:r>
              <a:rPr lang="en-US" dirty="0" err="1"/>
              <a:t>acces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7D93DC-B451-92FD-331B-170861AD3837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7896112" y="2895600"/>
            <a:ext cx="34065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B9532F-78C1-F7A9-DB00-6727CD59878F}"/>
              </a:ext>
            </a:extLst>
          </p:cNvPr>
          <p:cNvSpPr txBox="1"/>
          <p:nvPr/>
        </p:nvSpPr>
        <p:spPr>
          <a:xfrm>
            <a:off x="9004151" y="3498925"/>
            <a:ext cx="1513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</a:t>
            </a:r>
          </a:p>
          <a:p>
            <a:r>
              <a:rPr lang="en-US" dirty="0"/>
              <a:t>OpenAI</a:t>
            </a:r>
          </a:p>
          <a:p>
            <a:r>
              <a:rPr lang="en-US" dirty="0"/>
              <a:t>Local LLM / </a:t>
            </a:r>
          </a:p>
          <a:p>
            <a:r>
              <a:rPr lang="en-US" dirty="0"/>
              <a:t>    </a:t>
            </a:r>
            <a:r>
              <a:rPr lang="en-US" dirty="0" err="1"/>
              <a:t>deepseek</a:t>
            </a:r>
            <a:r>
              <a:rPr lang="en-US" dirty="0"/>
              <a:t> / </a:t>
            </a:r>
          </a:p>
          <a:p>
            <a:r>
              <a:rPr lang="en-US" dirty="0"/>
              <a:t>    Qwen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599C33-74E8-6240-E438-B665F70D95B9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6144608" y="3614569"/>
            <a:ext cx="1075565" cy="130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CFDCEC-3E45-9B2E-A0DF-9E3FD92A0479}"/>
              </a:ext>
            </a:extLst>
          </p:cNvPr>
          <p:cNvSpPr/>
          <p:nvPr/>
        </p:nvSpPr>
        <p:spPr>
          <a:xfrm>
            <a:off x="731520" y="3614569"/>
            <a:ext cx="1387736" cy="566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3E182D-ED0A-B52D-DD85-50A8F6B8D748}"/>
              </a:ext>
            </a:extLst>
          </p:cNvPr>
          <p:cNvCxnSpPr>
            <a:cxnSpLocks/>
          </p:cNvCxnSpPr>
          <p:nvPr/>
        </p:nvCxnSpPr>
        <p:spPr>
          <a:xfrm>
            <a:off x="2119256" y="3897850"/>
            <a:ext cx="1068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97EC504-2EB5-B763-1707-AEBF0F65DCBB}"/>
              </a:ext>
            </a:extLst>
          </p:cNvPr>
          <p:cNvSpPr/>
          <p:nvPr/>
        </p:nvSpPr>
        <p:spPr>
          <a:xfrm>
            <a:off x="2398955" y="860612"/>
            <a:ext cx="2302137" cy="20995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08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65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Tunç Kahveci</dc:creator>
  <cp:lastModifiedBy>Tunç Kahveci</cp:lastModifiedBy>
  <cp:revision>1</cp:revision>
  <dcterms:created xsi:type="dcterms:W3CDTF">2026-08-13T08:30:55Z</dcterms:created>
  <dcterms:modified xsi:type="dcterms:W3CDTF">2026-08-13T09:20:52Z</dcterms:modified>
</cp:coreProperties>
</file>